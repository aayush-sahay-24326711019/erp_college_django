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9" r:id="rId3"/>
    <p:sldId id="288" r:id="rId4"/>
    <p:sldId id="367" r:id="rId5"/>
    <p:sldId id="309" r:id="rId6"/>
    <p:sldId id="310" r:id="rId7"/>
    <p:sldId id="368" r:id="rId8"/>
    <p:sldId id="311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3" r:id="rId19"/>
    <p:sldId id="334" r:id="rId20"/>
    <p:sldId id="335" r:id="rId21"/>
    <p:sldId id="336" r:id="rId22"/>
    <p:sldId id="337" r:id="rId23"/>
    <p:sldId id="338" r:id="rId24"/>
    <p:sldId id="330" r:id="rId25"/>
    <p:sldId id="331" r:id="rId26"/>
    <p:sldId id="332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51" r:id="rId44"/>
    <p:sldId id="352" r:id="rId45"/>
    <p:sldId id="354" r:id="rId46"/>
    <p:sldId id="353" r:id="rId47"/>
    <p:sldId id="355" r:id="rId48"/>
    <p:sldId id="356" r:id="rId49"/>
    <p:sldId id="347" r:id="rId50"/>
    <p:sldId id="348" r:id="rId51"/>
    <p:sldId id="349" r:id="rId52"/>
    <p:sldId id="350" r:id="rId53"/>
    <p:sldId id="357" r:id="rId54"/>
    <p:sldId id="358" r:id="rId55"/>
    <p:sldId id="359" r:id="rId56"/>
    <p:sldId id="360" r:id="rId57"/>
    <p:sldId id="361" r:id="rId58"/>
    <p:sldId id="362" r:id="rId59"/>
    <p:sldId id="320" r:id="rId60"/>
    <p:sldId id="363" r:id="rId61"/>
    <p:sldId id="364" r:id="rId62"/>
    <p:sldId id="365" r:id="rId63"/>
    <p:sldId id="366" r:id="rId64"/>
    <p:sldId id="265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45A51-F5C3-44B9-8D02-8AC8D2CD6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5254F-0441-4328-956A-3F6871451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D0222-9BDC-4514-83CC-0BECB002E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A2915-77CB-4F19-9A9C-AE54FC15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56FB7-F251-4B15-A97D-4CE1A0A5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7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022A0-1C8B-4233-88F4-455E6307F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D838-8CF4-4DDE-9EAB-EC7D4DA23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2BC77-7F47-4FA0-AE08-B21F5E888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C644F-3491-4AF5-BA9E-FB5C6F33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F912A-606C-49C6-8C3D-3447FF96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2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6865-497C-454F-B813-3469736E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593F7-0B03-4719-870A-1186F98E8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3DB3C-CA41-4A5B-A630-3BB34272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D5552-5AF6-40C0-94BF-7FA4959F7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6F360-C6CE-46CB-9831-8DEECFAE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1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E2F1-6A9E-481E-BD32-0634E90E1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A94D0-A27B-4333-A305-71F9500A0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5F1DD-F574-4CF7-9DAE-FCE0FE7E8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8E276-EF2B-4648-B474-5E7ED45D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9924D-F487-40D7-8DF1-CB38C2D8E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176E7-338E-47B4-BC01-9E6C859D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43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344F3-BBA4-4388-B72B-268542FF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89764-8171-414F-A017-98551A99F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2FBC3-5967-42DF-BB19-FB648C43C6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9B898-2A2D-4673-9858-B715CBD7D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489075-D5D6-4FE3-9AEE-5953AF68C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0BBD7-9B5F-44AE-870F-83D2038A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DB66C-6258-4795-A6A4-123AB821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9DF98-5905-4420-88DC-8D74D272A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3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429A-4C5A-4416-9320-CE91E8CE2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53B4-AC1A-45FF-A0D3-F6C5735AB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4859A-A732-4466-A5DD-00034515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56F4B-712D-4C68-96B1-9595C5DA0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815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11B21-49EE-400B-A695-E781F86C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A6F3EB-D3D7-4C5B-93CD-13577D9F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CF545-B8D0-4EDC-8F1E-B675ADD4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1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841A-988E-45BD-9F13-1EE7BFE85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AF648-EF22-4A71-8112-2EB8D3121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A6FA5-80E2-464B-9D3B-2AF3CCAF0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C8B2-4011-4DDD-B8F1-57CA1C7B7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89756-E7B4-4E39-A8A6-E373A51AE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D3908-62C7-4FBE-9955-B67CA864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1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EDCA-E7F3-482B-B213-39CDD37D0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F84DDE-0829-491D-921B-A44B5C5E1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1B3B3-E917-4455-9A09-4D9F21737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6DA6F-5E83-4A06-8DEB-B5861719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7F404-369C-405D-98B3-2AA1AC42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4351C-00B7-4164-BE86-E6664939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0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E4978-9473-4620-9565-9C2CAF11F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E9197-DA09-4E5F-BC8E-BB48D9650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CDDD5-A27F-4BC3-8291-8CC6BFCA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D9625-0B56-4290-ACF3-762E7CF3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95CDB-CAB2-47BC-B194-08819B19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798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4A755F-5955-4689-AD94-BF922C57D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0A942-E396-48EC-924F-5AD9CC650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7F9DC-014B-44C2-908E-A2919A903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4EDDF-4A9B-4D88-9E98-A9851F17E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BF3AC-A12B-441D-9BCD-C871739C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39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B38B6-CEC8-40AA-BF46-6C48FAEF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FD264-855F-411B-81E3-17C6CEBD0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8A8B4-8785-4896-A204-65B8CC10A7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7216D-FDA8-442F-B819-2C2FA2B58058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BF5BC-E26F-420A-B5FE-BA6EEEE5E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F87E5-9689-4CDB-A334-216F95255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2B30F-E076-4A1F-8676-E4575E384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0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9C4B-EDB8-4D72-A768-6FA55F7B6974}"/>
              </a:ext>
            </a:extLst>
          </p:cNvPr>
          <p:cNvSpPr txBox="1"/>
          <p:nvPr/>
        </p:nvSpPr>
        <p:spPr>
          <a:xfrm>
            <a:off x="131379" y="567559"/>
            <a:ext cx="6742387" cy="60016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LEVEL 3 PPT PRESENTATION</a:t>
            </a: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r>
              <a:rPr lang="en-US" dirty="0">
                <a:latin typeface="Corbel" panose="020B0503020204020204" pitchFamily="34" charset="0"/>
              </a:rPr>
              <a:t>Date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6957848" y="567559"/>
            <a:ext cx="5002926" cy="600164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Details of the Learner</a:t>
            </a:r>
          </a:p>
          <a:p>
            <a:endParaRPr lang="en-US" dirty="0"/>
          </a:p>
          <a:p>
            <a:br>
              <a:rPr lang="en-US" b="1" dirty="0"/>
            </a:br>
            <a:r>
              <a:rPr lang="en-US" b="1" dirty="0"/>
              <a:t>    Name :          Aayush Sahay</a:t>
            </a:r>
          </a:p>
          <a:p>
            <a:endParaRPr lang="en-US" dirty="0"/>
          </a:p>
          <a:p>
            <a:r>
              <a:rPr lang="en-US" b="1" dirty="0"/>
              <a:t>    Course :         MCA 4</a:t>
            </a:r>
            <a:r>
              <a:rPr lang="en-US" b="1" baseline="30000" dirty="0"/>
              <a:t>th</a:t>
            </a:r>
            <a:r>
              <a:rPr lang="en-US" b="1" dirty="0"/>
              <a:t> –AKU</a:t>
            </a:r>
          </a:p>
          <a:p>
            <a:endParaRPr lang="en-US" dirty="0"/>
          </a:p>
          <a:p>
            <a:r>
              <a:rPr lang="en-US" b="1" dirty="0"/>
              <a:t>    Session :        2024- 2026</a:t>
            </a:r>
          </a:p>
          <a:p>
            <a:endParaRPr lang="en-US" dirty="0"/>
          </a:p>
          <a:p>
            <a:r>
              <a:rPr lang="en-US" b="1" dirty="0"/>
              <a:t>    Enrollment : 24326711019</a:t>
            </a:r>
          </a:p>
          <a:p>
            <a:endParaRPr lang="en-US" dirty="0"/>
          </a:p>
          <a:p>
            <a:r>
              <a:rPr lang="en-US" b="1" dirty="0"/>
              <a:t>   Guide </a:t>
            </a:r>
            <a:r>
              <a:rPr lang="en-US" b="1"/>
              <a:t>:           Dr. </a:t>
            </a:r>
            <a:r>
              <a:rPr lang="en-US" b="1" dirty="0"/>
              <a:t>Amit Kumar Shukla (HOD-IT)</a:t>
            </a:r>
          </a:p>
          <a:p>
            <a:endParaRPr lang="en-US" dirty="0"/>
          </a:p>
          <a:p>
            <a:r>
              <a:rPr lang="en-US" b="1" dirty="0"/>
              <a:t>   Institution : Cimage Center of Digital Technology</a:t>
            </a:r>
          </a:p>
          <a:p>
            <a:r>
              <a:rPr lang="en-US" dirty="0"/>
              <a:t>                              </a:t>
            </a:r>
            <a:r>
              <a:rPr lang="en-US" b="1" dirty="0"/>
              <a:t>and Entrepreneurship, Patna</a:t>
            </a:r>
          </a:p>
          <a:p>
            <a:endParaRPr lang="en-US" dirty="0"/>
          </a:p>
          <a:p>
            <a:r>
              <a:rPr lang="en-US" b="1" dirty="0"/>
              <a:t>   Course Code : 326       College Code : 711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  For attainment of requirements for fulfillment of</a:t>
            </a:r>
            <a:br>
              <a:rPr lang="en-US" b="1" dirty="0"/>
            </a:br>
            <a:r>
              <a:rPr lang="en-US" b="1" dirty="0"/>
              <a:t>    </a:t>
            </a:r>
            <a:r>
              <a:rPr lang="en-US" sz="2400" b="1" dirty="0"/>
              <a:t>Masters in Computer Applications</a:t>
            </a:r>
            <a:br>
              <a:rPr lang="en-US" b="1" dirty="0"/>
            </a:br>
            <a:endParaRPr lang="en-US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37B921-72A2-4EC3-A55F-F4E3F0DBC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77" y="2317962"/>
            <a:ext cx="5001323" cy="397247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A89BD4-7F1D-4C9D-BD68-209D88CB4E19}"/>
              </a:ext>
            </a:extLst>
          </p:cNvPr>
          <p:cNvCxnSpPr/>
          <p:nvPr/>
        </p:nvCxnSpPr>
        <p:spPr>
          <a:xfrm>
            <a:off x="131379" y="1250731"/>
            <a:ext cx="6742387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6957848" y="125073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B649CF9-8144-41EA-80D6-DFFD40F37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6" y="1307088"/>
            <a:ext cx="1977179" cy="1533843"/>
          </a:xfrm>
          <a:prstGeom prst="rect">
            <a:avLst/>
          </a:prstGeom>
        </p:spPr>
      </p:pic>
      <p:pic>
        <p:nvPicPr>
          <p:cNvPr id="1026" name="Picture 2" descr="CIMAGE - Catalyt College - Patna">
            <a:extLst>
              <a:ext uri="{FF2B5EF4-FFF2-40B4-BE49-F238E27FC236}">
                <a16:creationId xmlns:a16="http://schemas.microsoft.com/office/drawing/2014/main" id="{B6637D46-2AE8-4C16-A702-42B21779F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153" y="1314530"/>
            <a:ext cx="1599033" cy="1590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907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9C4B-EDB8-4D72-A768-6FA55F7B6974}"/>
              </a:ext>
            </a:extLst>
          </p:cNvPr>
          <p:cNvSpPr txBox="1"/>
          <p:nvPr/>
        </p:nvSpPr>
        <p:spPr>
          <a:xfrm>
            <a:off x="131380" y="567559"/>
            <a:ext cx="6351614" cy="58785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rbel" panose="020B0503020204020204" pitchFamily="34" charset="0"/>
              </a:rPr>
              <a:t>Key Contents LEVEL 3 PPT PRESENTATION</a:t>
            </a: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sz="2800" dirty="0">
              <a:solidFill>
                <a:schemeClr val="accent5">
                  <a:lumMod val="50000"/>
                </a:schemeClr>
              </a:solidFill>
              <a:latin typeface="Corbel" panose="020B0503020204020204" pitchFamily="34" charset="0"/>
            </a:endParaRPr>
          </a:p>
          <a:p>
            <a:pPr marL="914400" indent="-342900"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Recommended:</a:t>
            </a:r>
            <a:b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</a:b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[Improve GUI for Forms]</a:t>
            </a:r>
          </a:p>
          <a:p>
            <a:pPr marL="914400" indent="-342900">
              <a:buFontTx/>
              <a:buAutoNum type="arabicPeriod"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rPr>
              <a:t>Hosting on EC2 Server</a:t>
            </a: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endParaRPr lang="en-US" dirty="0">
              <a:latin typeface="Corbel" panose="020B0503020204020204" pitchFamily="34" charset="0"/>
            </a:endParaRPr>
          </a:p>
          <a:p>
            <a:r>
              <a:rPr lang="en-US" dirty="0">
                <a:latin typeface="Corbel" panose="020B0503020204020204" pitchFamily="34" charset="0"/>
              </a:rPr>
              <a:t>Date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6957848" y="56755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A89BD4-7F1D-4C9D-BD68-209D88CB4E19}"/>
              </a:ext>
            </a:extLst>
          </p:cNvPr>
          <p:cNvCxnSpPr/>
          <p:nvPr/>
        </p:nvCxnSpPr>
        <p:spPr>
          <a:xfrm>
            <a:off x="131379" y="1250731"/>
            <a:ext cx="6742387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6957848" y="125073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8B512EB-6933-4744-BB53-B8B89C43A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567" y="1392090"/>
            <a:ext cx="4637488" cy="442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3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124754"/>
            <a:chOff x="131379" y="567559"/>
            <a:chExt cx="6742387" cy="61247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12475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Gantt Chart (3 Months Developer : 01)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To the Database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3720508-A8C0-4698-A4C6-14C272C00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" y="1687015"/>
            <a:ext cx="11298227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285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6F91B1F-7269-4B6B-A848-298A55147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479" y="1401528"/>
            <a:ext cx="9828944" cy="508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74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BE44913-3331-43DE-A13F-E8769EC5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302" y="1244780"/>
            <a:ext cx="9541266" cy="49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72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008F2F4-FCD8-4450-9CE3-280FE5BBE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055" y="1297951"/>
            <a:ext cx="7514451" cy="529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82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8ADFE8E-3B9A-461B-A50C-69AF1663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424" y="1297951"/>
            <a:ext cx="6513540" cy="518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82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57DD6CB-080C-4700-8A0A-65BFF5FEE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" y="1297951"/>
            <a:ext cx="11374167" cy="46557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7C15DD-0023-4DA8-8888-DC81F1B777D8}"/>
              </a:ext>
            </a:extLst>
          </p:cNvPr>
          <p:cNvSpPr/>
          <p:nvPr/>
        </p:nvSpPr>
        <p:spPr>
          <a:xfrm>
            <a:off x="9626885" y="1297950"/>
            <a:ext cx="1900719" cy="428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85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F4BE40A-57F1-41C5-8FB6-78C7B82E2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98" y="1030047"/>
            <a:ext cx="8986927" cy="554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276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D23C532-7119-4844-AB0A-019253E28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89" y="511203"/>
            <a:ext cx="9719353" cy="584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26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407786B-863F-44EF-A989-AEA16C1AF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278" y="1357808"/>
            <a:ext cx="6544167" cy="524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69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A8F2017-B351-4EB5-A55D-524F0DF6D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" y="511203"/>
            <a:ext cx="12192000" cy="533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996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CE6E199-1921-47AB-ACE8-09E90CD59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202"/>
            <a:ext cx="9647434" cy="586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19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7BA76B8-BB28-4840-B8F6-51DFD3626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203"/>
            <a:ext cx="12022228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39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A1F9504-BC04-477E-B620-4F96D2032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31" y="1122443"/>
            <a:ext cx="5811061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06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279D002-AC56-4056-8A46-B8AD8AF76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203"/>
            <a:ext cx="11809114" cy="56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012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EDCFA15-79D3-49B8-B8D4-C314F4906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104"/>
            <a:ext cx="12192000" cy="632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62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97559F9-0EE6-4A68-AD7B-5A6AAD481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5" y="1401528"/>
            <a:ext cx="10239910" cy="7522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544024-B835-4B9D-875C-FF83B94EC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225" y="2106859"/>
            <a:ext cx="11431712" cy="8938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ED2802-02D7-450A-BF5C-F1959A86A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25" y="3104242"/>
            <a:ext cx="11318685" cy="136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67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885F4B2-BE79-4EF5-A5F4-9350F422A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45" y="1600997"/>
            <a:ext cx="11519709" cy="246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16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97D70E7-9136-4903-963D-4F3B448B9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14" y="1874138"/>
            <a:ext cx="11463681" cy="173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2727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3002807-45A2-47A4-BC0A-E51D85C1A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624" y="1297951"/>
            <a:ext cx="9100444" cy="488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7E02709-3E47-401C-BF0C-62D5D2E37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120" y="1297951"/>
            <a:ext cx="8490037" cy="353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97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B864EEC-8177-48EC-A048-FDE213C6D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" y="1297951"/>
            <a:ext cx="11079121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196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C3C9F3A-BB84-4785-BFD7-46679EEA7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" y="1297951"/>
            <a:ext cx="11452236" cy="260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746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53B01F3-404C-40F8-8474-3739FEE8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09" y="1297951"/>
            <a:ext cx="11047009" cy="154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5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DDE5591-B25E-4175-87CC-923FC683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15" y="1401528"/>
            <a:ext cx="11422969" cy="215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93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89D2BEB-953A-40D0-9199-2B608C480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576" y="1338095"/>
            <a:ext cx="7871877" cy="10817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80275E-F611-4CE1-908B-3A2BE2F2E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146" y="2389558"/>
            <a:ext cx="10961741" cy="266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50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5EB64B0-1A56-41CB-B73F-7B0B29BC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78" y="1336479"/>
            <a:ext cx="10959095" cy="461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17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4E303DE-95FE-4334-A586-63BA1A405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5" y="1551291"/>
            <a:ext cx="10712521" cy="120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87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B3131D4-C479-4699-9F65-2310B1310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8" y="973540"/>
            <a:ext cx="11955543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88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D11E1C4-446F-4507-93FC-2A22DE002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99" y="1401528"/>
            <a:ext cx="10183601" cy="1116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48F9F2-0AFC-4F2D-9088-F6A3F487F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58" y="2695194"/>
            <a:ext cx="11031021" cy="3107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3447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97AE937-D76A-4414-B5E5-DD8851BBD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35" y="1347589"/>
            <a:ext cx="11493330" cy="27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1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971E7D8-90A7-491E-8BE3-7EA107E0C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332" y="1202057"/>
            <a:ext cx="8513054" cy="5429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1164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D520CB5-DCCA-4C9D-A696-B757D585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946" y="1096960"/>
            <a:ext cx="9544638" cy="57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975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8C931B5-282D-4F1C-81D3-423564CEB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76" y="1297951"/>
            <a:ext cx="10782958" cy="127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3187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F54850E-2C60-41DC-9411-F23D8A80C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745" y="1350642"/>
            <a:ext cx="8637142" cy="415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43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8904B68-5DD7-47D0-82E1-FCB050649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662" y="1297951"/>
            <a:ext cx="8778225" cy="14966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0876D-04B2-44E5-ABEA-EE3C48785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63" y="2846132"/>
            <a:ext cx="11609797" cy="243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7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C2F5855-4109-432A-AD8C-9B7F853AC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8" y="1353761"/>
            <a:ext cx="11073715" cy="415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674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B2B202F-A7FB-418A-A9EB-ACA4A50DF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535" y="1370693"/>
            <a:ext cx="7883849" cy="487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08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35E1CAE-4105-4745-A2B6-FEC81F810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62" y="1357027"/>
            <a:ext cx="11917438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14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C6FF5A5-C07B-438E-ADB9-C6F0EDFD0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056" y="1314812"/>
            <a:ext cx="10301555" cy="241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9740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C2645C4-870E-496C-BCC0-3C7544BD6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140" y="1297951"/>
            <a:ext cx="6365075" cy="241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729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2BA2661-F8E7-4AE4-9F9F-A68CDCB1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930" y="1297951"/>
            <a:ext cx="10421681" cy="246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990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5ED6EF0-5594-43AF-8EAB-7C4F70272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33" y="1297951"/>
            <a:ext cx="4210638" cy="1162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CAC033-2FE1-4B64-99A6-A40493343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492" y="2450421"/>
            <a:ext cx="108489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647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FBC6AF7-A6C2-4277-BAD1-9E6517A5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" y="1321316"/>
            <a:ext cx="12192000" cy="2402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CFA517-8A0D-4D34-88A7-74854EFAD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075" y="3723322"/>
            <a:ext cx="10414571" cy="274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37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503FBBA-45C9-4530-876D-C9AD7C48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878" y="673855"/>
            <a:ext cx="5973009" cy="624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B558A5-D913-4B07-8335-C58625415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67" y="1401525"/>
            <a:ext cx="10599506" cy="3294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355873-F60F-44CA-BAE3-CB284C808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79" y="1915854"/>
            <a:ext cx="11139927" cy="9970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FE78A5-B1C2-4960-9BDD-F6D644708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951" y="3184988"/>
            <a:ext cx="11488814" cy="275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1123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C44DDCC-908C-44A0-ABF0-03BBD162F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01" y="1297951"/>
            <a:ext cx="10814597" cy="464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573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E9BD7D6-4E55-4B5B-8D64-F58794C79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" y="1297951"/>
            <a:ext cx="4191856" cy="15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709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DF2F056-4843-400E-95D3-E2F9AFE03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36" y="1204367"/>
            <a:ext cx="10322103" cy="5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842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A7C1DA7C-34C0-4FCE-BC15-2C6CDC278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242" y="614779"/>
            <a:ext cx="7718645" cy="546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42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B0B3F40-50B6-4047-8ED9-2432C073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025" y="1339898"/>
            <a:ext cx="11120674" cy="259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3449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6453174-0896-44FD-8A9A-0730E4AA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28" y="1297951"/>
            <a:ext cx="11587544" cy="4496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39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DC9C37A-9022-41FF-9735-B0106477E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97" y="1741581"/>
            <a:ext cx="11281605" cy="2799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298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ED2564B-05A3-491A-90F0-61FF20BE0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" y="1297951"/>
            <a:ext cx="11440045" cy="347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612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ED67F33-9FC7-447E-A370-E86CAFADC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775" y="511203"/>
            <a:ext cx="7718225" cy="5316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652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6B1ADD2-17A0-4773-8FD7-2308CAD76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4" y="1080292"/>
            <a:ext cx="11531882" cy="490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083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56B050C-BC7E-4A16-9E21-226D2E8C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02" y="1401528"/>
            <a:ext cx="11349519" cy="132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87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7240646-6C8D-4555-B221-AD990FD0C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1203"/>
            <a:ext cx="12064611" cy="636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8404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F79BBCE-6B56-4477-8497-851770C34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721" y="1540722"/>
            <a:ext cx="10116620" cy="173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679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E01CB7B-9422-4A06-86B4-F2AEE61E0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24" y="1297951"/>
            <a:ext cx="10876907" cy="505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9282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A28C599-6782-48D0-8BD3-2C23F31C1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" y="1297951"/>
            <a:ext cx="10065249" cy="174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9238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975D380-FF68-4C29-A7E1-70BA085FE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13" y="1297951"/>
            <a:ext cx="11236503" cy="312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664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154113" y="614779"/>
            <a:ext cx="11910498" cy="6217087"/>
            <a:chOff x="131379" y="567559"/>
            <a:chExt cx="6742387" cy="621708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6217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LEVEL 3 PPT PRESENTATION</a:t>
              </a: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sz="2400" b="1" dirty="0"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sz="28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1085850" indent="-514350">
                <a:buAutoNum type="arabicPeriod"/>
              </a:pPr>
              <a:endParaRPr lang="en-US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		</a:t>
              </a:r>
              <a:endParaRPr lang="en-US" sz="1200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DD2751F-FA85-40C1-A481-B80944AD5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44" y="1528898"/>
            <a:ext cx="10813635" cy="219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452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6E0A3-E083-4768-ADB0-FC04C181D732}"/>
              </a:ext>
            </a:extLst>
          </p:cNvPr>
          <p:cNvSpPr txBox="1"/>
          <p:nvPr/>
        </p:nvSpPr>
        <p:spPr>
          <a:xfrm>
            <a:off x="0" y="-73572"/>
            <a:ext cx="12192000" cy="58477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College ERP [Django]                                            </a:t>
            </a:r>
            <a:r>
              <a:rPr lang="en-US" dirty="0">
                <a:solidFill>
                  <a:schemeClr val="bg1"/>
                </a:solidFill>
              </a:rPr>
              <a:t>Category : DevOps using Amazon AWS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6D18AD-847F-470F-B93E-FAEC1B8F2CD7}"/>
              </a:ext>
            </a:extLst>
          </p:cNvPr>
          <p:cNvGrpSpPr/>
          <p:nvPr/>
        </p:nvGrpSpPr>
        <p:grpSpPr>
          <a:xfrm>
            <a:off x="5322223" y="614779"/>
            <a:ext cx="6742387" cy="5755422"/>
            <a:chOff x="131379" y="567559"/>
            <a:chExt cx="6742387" cy="575542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469C4B-EDB8-4D72-A768-6FA55F7B6974}"/>
                </a:ext>
              </a:extLst>
            </p:cNvPr>
            <p:cNvSpPr txBox="1"/>
            <p:nvPr/>
          </p:nvSpPr>
          <p:spPr>
            <a:xfrm>
              <a:off x="131379" y="567559"/>
              <a:ext cx="6742387" cy="575542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Corbel" panose="020B0503020204020204" pitchFamily="34" charset="0"/>
                </a:rPr>
                <a:t> </a:t>
              </a:r>
              <a:r>
                <a:rPr lang="en-US" sz="2400" b="1">
                  <a:latin typeface="Corbel" panose="020B0503020204020204" pitchFamily="34" charset="0"/>
                </a:rPr>
                <a:t>LEVEL 2 </a:t>
              </a:r>
              <a:r>
                <a:rPr lang="en-US" sz="2400" b="1" dirty="0">
                  <a:latin typeface="Corbel" panose="020B0503020204020204" pitchFamily="34" charset="0"/>
                </a:rPr>
                <a:t>PPT PRESENTATION</a:t>
              </a: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endParaRPr lang="en-US" sz="3200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pPr marL="571500"/>
              <a:r>
                <a:rPr lang="en-US" sz="3200" b="1" dirty="0">
                  <a:solidFill>
                    <a:schemeClr val="accent5">
                      <a:lumMod val="50000"/>
                    </a:schemeClr>
                  </a:solidFill>
                  <a:latin typeface="Corbel" panose="020B0503020204020204" pitchFamily="34" charset="0"/>
                </a:rPr>
                <a:t>End of Presentation</a:t>
              </a:r>
            </a:p>
            <a:p>
              <a:pPr marL="571500"/>
              <a:endParaRPr lang="en-US" sz="3200" b="1" dirty="0">
                <a:solidFill>
                  <a:schemeClr val="accent5">
                    <a:lumMod val="50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sz="3600" b="1" dirty="0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   College ERP : Django &amp; </a:t>
              </a:r>
              <a:r>
                <a:rPr lang="en-US" sz="3600" b="1" dirty="0" err="1">
                  <a:solidFill>
                    <a:schemeClr val="accent2">
                      <a:lumMod val="75000"/>
                    </a:schemeClr>
                  </a:solidFill>
                  <a:latin typeface="Corbel" panose="020B0503020204020204" pitchFamily="34" charset="0"/>
                </a:rPr>
                <a:t>Pgsql</a:t>
              </a: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75000"/>
                  </a:schemeClr>
                </a:solidFill>
                <a:latin typeface="Corbel" panose="020B0503020204020204" pitchFamily="34" charset="0"/>
              </a:endParaRPr>
            </a:p>
            <a:p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b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latin typeface="Corbel" panose="020B0503020204020204" pitchFamily="34" charset="0"/>
                </a:rPr>
              </a:br>
              <a:endParaRPr lang="en-US" dirty="0">
                <a:latin typeface="Corbel" panose="020B0503020204020204" pitchFamily="34" charset="0"/>
              </a:endParaRPr>
            </a:p>
            <a:p>
              <a:r>
                <a:rPr lang="en-US" dirty="0">
                  <a:latin typeface="Corbel" panose="020B0503020204020204" pitchFamily="34" charset="0"/>
                </a:rPr>
                <a:t>Date : 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FA89BD4-7F1D-4C9D-BD68-209D88CB4E19}"/>
                </a:ext>
              </a:extLst>
            </p:cNvPr>
            <p:cNvCxnSpPr/>
            <p:nvPr/>
          </p:nvCxnSpPr>
          <p:spPr>
            <a:xfrm>
              <a:off x="131379" y="1250731"/>
              <a:ext cx="6742387" cy="0"/>
            </a:xfrm>
            <a:prstGeom prst="line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6ABC779-BE63-4CC3-965A-F10C271CBBE1}"/>
              </a:ext>
            </a:extLst>
          </p:cNvPr>
          <p:cNvSpPr txBox="1"/>
          <p:nvPr/>
        </p:nvSpPr>
        <p:spPr>
          <a:xfrm>
            <a:off x="127390" y="614779"/>
            <a:ext cx="5002926" cy="590931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A5876D-59DF-48DF-B237-6A88E423F18C}"/>
              </a:ext>
            </a:extLst>
          </p:cNvPr>
          <p:cNvCxnSpPr>
            <a:cxnSpLocks/>
          </p:cNvCxnSpPr>
          <p:nvPr/>
        </p:nvCxnSpPr>
        <p:spPr>
          <a:xfrm>
            <a:off x="127390" y="1297951"/>
            <a:ext cx="5002926" cy="0"/>
          </a:xfrm>
          <a:prstGeom prst="line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170" name="Picture 2" descr="aws #amazon #likeatamazon #thankyou #dublinireland | Rahul Potghan | 68  comments">
            <a:extLst>
              <a:ext uri="{FF2B5EF4-FFF2-40B4-BE49-F238E27FC236}">
                <a16:creationId xmlns:a16="http://schemas.microsoft.com/office/drawing/2014/main" id="{FBD64EE9-DC91-4A30-A9B1-14BB327D1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90" y="1297951"/>
            <a:ext cx="4876928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61366A-C0AB-40A8-B3EE-053EFA9FF63E}"/>
              </a:ext>
            </a:extLst>
          </p:cNvPr>
          <p:cNvSpPr txBox="1"/>
          <p:nvPr/>
        </p:nvSpPr>
        <p:spPr>
          <a:xfrm>
            <a:off x="1079653" y="3667354"/>
            <a:ext cx="34923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41836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1394</Words>
  <Application>Microsoft Office PowerPoint</Application>
  <PresentationFormat>Widescreen</PresentationFormat>
  <Paragraphs>1211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Calibri Light</vt:lpstr>
      <vt:lpstr>Corbel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33</cp:revision>
  <dcterms:created xsi:type="dcterms:W3CDTF">2026-06-07T12:56:36Z</dcterms:created>
  <dcterms:modified xsi:type="dcterms:W3CDTF">2026-07-02T04:44:46Z</dcterms:modified>
</cp:coreProperties>
</file>